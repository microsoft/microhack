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0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lejdis Shkembi" userId="1c63e9c2-f066-4d08-a46c-6f3c67414dab" providerId="ADAL" clId="{D59F3545-C3AF-42EE-AFFA-D09C72A691CB}"/>
    <pc:docChg chg="undo custSel modSld">
      <pc:chgData name="Glejdis Shkembi" userId="1c63e9c2-f066-4d08-a46c-6f3c67414dab" providerId="ADAL" clId="{D59F3545-C3AF-42EE-AFFA-D09C72A691CB}" dt="2026-08-03T17:01:50.495" v="97" actId="20577"/>
      <pc:docMkLst>
        <pc:docMk/>
      </pc:docMkLst>
      <pc:sldChg chg="modSp mod">
        <pc:chgData name="Glejdis Shkembi" userId="1c63e9c2-f066-4d08-a46c-6f3c67414dab" providerId="ADAL" clId="{D59F3545-C3AF-42EE-AFFA-D09C72A691CB}" dt="2026-08-03T17:01:50.495" v="97" actId="20577"/>
        <pc:sldMkLst>
          <pc:docMk/>
          <pc:sldMk cId="0" sldId="256"/>
        </pc:sldMkLst>
        <pc:spChg chg="mod">
          <ac:chgData name="Glejdis Shkembi" userId="1c63e9c2-f066-4d08-a46c-6f3c67414dab" providerId="ADAL" clId="{D59F3545-C3AF-42EE-AFFA-D09C72A691CB}" dt="2026-07-29T18:41:45.010" v="48" actId="14100"/>
          <ac:spMkLst>
            <pc:docMk/>
            <pc:sldMk cId="0" sldId="256"/>
            <ac:spMk id="8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38.436" v="47" actId="1035"/>
          <ac:spMkLst>
            <pc:docMk/>
            <pc:sldMk cId="0" sldId="256"/>
            <ac:spMk id="11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38.436" v="47" actId="1035"/>
          <ac:spMkLst>
            <pc:docMk/>
            <pc:sldMk cId="0" sldId="256"/>
            <ac:spMk id="12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38.436" v="47" actId="1035"/>
          <ac:spMkLst>
            <pc:docMk/>
            <pc:sldMk cId="0" sldId="256"/>
            <ac:spMk id="13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32.051" v="30" actId="14100"/>
          <ac:spMkLst>
            <pc:docMk/>
            <pc:sldMk cId="0" sldId="256"/>
            <ac:spMk id="14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8-03T12:36:01.125" v="75" actId="20577"/>
          <ac:spMkLst>
            <pc:docMk/>
            <pc:sldMk cId="0" sldId="256"/>
            <ac:spMk id="19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8-03T17:01:50.495" v="97" actId="20577"/>
          <ac:spMkLst>
            <pc:docMk/>
            <pc:sldMk cId="0" sldId="256"/>
            <ac:spMk id="25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6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29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26.321" v="29" actId="1036"/>
          <ac:spMkLst>
            <pc:docMk/>
            <pc:sldMk cId="0" sldId="256"/>
            <ac:spMk id="30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58.234" v="68" actId="14100"/>
          <ac:spMkLst>
            <pc:docMk/>
            <pc:sldMk cId="0" sldId="256"/>
            <ac:spMk id="37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54.335" v="67" actId="103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54.335" v="67" actId="1036"/>
          <ac:spMkLst>
            <pc:docMk/>
            <pc:sldMk cId="0" sldId="256"/>
            <ac:spMk id="41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54.335" v="67" actId="1036"/>
          <ac:spMkLst>
            <pc:docMk/>
            <pc:sldMk cId="0" sldId="256"/>
            <ac:spMk id="44" creationId="{00000000-0000-0000-0000-000000000000}"/>
          </ac:spMkLst>
        </pc:spChg>
        <pc:spChg chg="mod">
          <ac:chgData name="Glejdis Shkembi" userId="1c63e9c2-f066-4d08-a46c-6f3c67414dab" providerId="ADAL" clId="{D59F3545-C3AF-42EE-AFFA-D09C72A691CB}" dt="2026-07-29T18:41:54.335" v="67" actId="1036"/>
          <ac:spMkLst>
            <pc:docMk/>
            <pc:sldMk cId="0" sldId="256"/>
            <ac:spMk id="45" creationId="{00000000-0000-0000-0000-000000000000}"/>
          </ac:spMkLst>
        </pc:spChg>
        <pc:graphicFrameChg chg="mod">
          <ac:chgData name="Glejdis Shkembi" userId="1c63e9c2-f066-4d08-a46c-6f3c67414dab" providerId="ADAL" clId="{D59F3545-C3AF-42EE-AFFA-D09C72A691CB}" dt="2026-07-29T18:41:54.335" v="67" actId="1036"/>
          <ac:graphicFrameMkLst>
            <pc:docMk/>
            <pc:sldMk cId="0" sldId="256"/>
            <ac:graphicFrameMk id="42" creationId="{00000000-0000-0000-0000-000000000000}"/>
          </ac:graphicFrameMkLst>
        </pc:graphicFrameChg>
        <pc:picChg chg="mod">
          <ac:chgData name="Glejdis Shkembi" userId="1c63e9c2-f066-4d08-a46c-6f3c67414dab" providerId="ADAL" clId="{D59F3545-C3AF-42EE-AFFA-D09C72A691CB}" dt="2026-07-29T18:41:38.436" v="47" actId="1035"/>
          <ac:picMkLst>
            <pc:docMk/>
            <pc:sldMk cId="0" sldId="256"/>
            <ac:picMk id="10" creationId="{00000000-0000-0000-0000-000000000000}"/>
          </ac:picMkLst>
        </pc:picChg>
        <pc:picChg chg="mod">
          <ac:chgData name="Glejdis Shkembi" userId="1c63e9c2-f066-4d08-a46c-6f3c67414dab" providerId="ADAL" clId="{D59F3545-C3AF-42EE-AFFA-D09C72A691CB}" dt="2026-07-29T18:41:54.335" v="67" actId="1036"/>
          <ac:picMkLst>
            <pc:docMk/>
            <pc:sldMk cId="0" sldId="256"/>
            <ac:picMk id="39" creationId="{00000000-0000-0000-0000-000000000000}"/>
          </ac:picMkLst>
        </pc:picChg>
        <pc:picChg chg="mod">
          <ac:chgData name="Glejdis Shkembi" userId="1c63e9c2-f066-4d08-a46c-6f3c67414dab" providerId="ADAL" clId="{D59F3545-C3AF-42EE-AFFA-D09C72A691CB}" dt="2026-07-29T18:41:54.335" v="67" actId="1036"/>
          <ac:picMkLst>
            <pc:docMk/>
            <pc:sldMk cId="0" sldId="256"/>
            <ac:picMk id="43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985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microsofteur.sharepoint.com/teams/EMEAMarketingHub/CMO%20Events/Forms/AllItems.aspx?id=%2Fteams%2FEMEAMarketingHub%2FCMO%20Events%2F1%2EFY27%2FEvent%20Programs%2FCloud%20and%20AI%20Hacks%2FCAIP%20Hacks%20Marketing%20BOM&amp;viewid=886f37ff%2D0559%2D4a3d%2D8baa%2Da69ff1f2d0b9&amp;ga=1&amp;or=PPT%2DWEB%2EBODY%2ENT&amp;ct=1785343011898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nedrive.cloud.microsoft/:w:/a@yp7ml2yu6/S/IQAgjnqs2kzDQa1_8oMFjZ78AW58Rqvkgv1HdMFaSI3P4XA?e=3PkUf2" TargetMode="External"/><Relationship Id="rId5" Type="http://schemas.openxmlformats.org/officeDocument/2006/relationships/hyperlink" Target="https://onedrive.cloud.microsoft/:w:/a@yp7ml2yu6/S/IQBu6DPv66ZSSbQguunLhM7yAZz_spa2_pbaGhRg7wBcHnc?e=WdCsuv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78937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organization runs on contracts. Drafts arrive in mixed formats, clause libraries go unused, reviews stall in inboxes, and obligations slip after signature.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a third-party draft to the enterprise standard is slow and manual, so deviations and missed renewals go unnoticed until they cost money.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route reviews, capture e-signatures, and track obligations — with human sign-off and full tracing.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~30–50% faster request-to-signature, ~15–30% less outside counsel &amp; rework, and ~2–5% less revenue leakage from missed renewals.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Cross-industry: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sector runs on contracts, so the same pattern serves legal, procurement and sales in any business — attendees leave with a reusable template.</a:t>
            </a:r>
            <a:endParaRPr lang="en-US" sz="8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49033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49033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83780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8"/>
          <p:cNvSpPr/>
          <p:nvPr/>
        </p:nvSpPr>
        <p:spPr>
          <a:xfrm>
            <a:off x="438912" y="383780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240306"/>
            <a:ext cx="5650992" cy="2526798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0"/>
          <p:cNvSpPr/>
          <p:nvPr/>
        </p:nvSpPr>
        <p:spPr>
          <a:xfrm>
            <a:off x="438912" y="4322613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1"/>
          <p:cNvSpPr/>
          <p:nvPr/>
        </p:nvSpPr>
        <p:spPr>
          <a:xfrm>
            <a:off x="438912" y="4322613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633509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Shape 13"/>
          <p:cNvSpPr/>
          <p:nvPr/>
        </p:nvSpPr>
        <p:spPr>
          <a:xfrm>
            <a:off x="438912" y="4834677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4"/>
          <p:cNvSpPr/>
          <p:nvPr/>
        </p:nvSpPr>
        <p:spPr>
          <a:xfrm>
            <a:off x="475488" y="4834677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GPT-5.4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633509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6"/>
          <p:cNvSpPr/>
          <p:nvPr/>
        </p:nvSpPr>
        <p:spPr>
          <a:xfrm>
            <a:off x="2267712" y="4834677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2" name="Text 17"/>
          <p:cNvSpPr/>
          <p:nvPr/>
        </p:nvSpPr>
        <p:spPr>
          <a:xfrm>
            <a:off x="2304288" y="4834677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633509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Shape 19"/>
          <p:cNvSpPr/>
          <p:nvPr/>
        </p:nvSpPr>
        <p:spPr>
          <a:xfrm>
            <a:off x="4096512" y="4834677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/>
          <p:nvPr/>
        </p:nvSpPr>
        <p:spPr>
          <a:xfrm>
            <a:off x="4133088" y="4834677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GPT-5.4-nano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822229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7" name="Text 22"/>
          <p:cNvSpPr/>
          <p:nvPr/>
        </p:nvSpPr>
        <p:spPr>
          <a:xfrm>
            <a:off x="438912" y="5822229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6151413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9" name="Text 24"/>
          <p:cNvSpPr/>
          <p:nvPr/>
        </p:nvSpPr>
        <p:spPr>
          <a:xfrm>
            <a:off x="438912" y="6151413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480597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160394"/>
              </p:ext>
            </p:extLst>
          </p:nvPr>
        </p:nvGraphicFramePr>
        <p:xfrm>
          <a:off x="6144768" y="1225296"/>
          <a:ext cx="5742432" cy="1399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1, 2,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4, 5, 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Cross-industry deck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111289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Azure AI Foundry.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266847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266847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266847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4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097555"/>
              </p:ext>
            </p:extLst>
          </p:nvPr>
        </p:nvGraphicFramePr>
        <p:xfrm>
          <a:off x="6144768" y="4614319"/>
          <a:ext cx="5742432" cy="1600200"/>
        </p:xfrm>
        <a:graphic>
          <a:graphicData uri="http://schemas.openxmlformats.org/drawingml/2006/table">
            <a:tbl>
              <a:tblPr/>
              <a:tblGrid>
                <a:gridCol w="4919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  Safety, Red-Teaming &amp; Continuous Eval   </a:t>
                      </a: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6369967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369967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369967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509</Words>
  <Application>Microsoft Office PowerPoint</Application>
  <PresentationFormat>Widescreen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Segoe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Glejdis Shkembi</cp:lastModifiedBy>
  <cp:revision>2</cp:revision>
  <dcterms:created xsi:type="dcterms:W3CDTF">2026-07-19T20:00:20Z</dcterms:created>
  <dcterms:modified xsi:type="dcterms:W3CDTF">2026-08-03T17:01:50Z</dcterms:modified>
</cp:coreProperties>
</file>