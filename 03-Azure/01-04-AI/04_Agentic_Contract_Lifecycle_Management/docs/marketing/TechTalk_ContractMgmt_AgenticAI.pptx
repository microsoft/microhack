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0985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glejdis/microhack-aiagents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1161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AI Hacks</a:t>
            </a:r>
            <a:r>
              <a:rPr lang="en-US" sz="2700" b="1" dirty="0">
                <a:solidFill>
                  <a:srgbClr val="9DB4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|  </a:t>
            </a: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 Lifecycle Management</a:t>
            </a:r>
            <a:endParaRPr lang="en-US" sz="2700" dirty="0"/>
          </a:p>
        </p:txBody>
      </p:sp>
      <p:pic>
        <p:nvPicPr>
          <p:cNvPr id="3" name="Image 0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822960"/>
            <a:ext cx="5650992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0624" y="822960"/>
            <a:ext cx="31080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2270455" y="822960"/>
            <a:ext cx="35451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 Page Copy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Invitation Copy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Marketing BOM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pic>
        <p:nvPicPr>
          <p:cNvPr id="6" name="Image 1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1280160"/>
            <a:ext cx="5650992" cy="3291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0624" y="12801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292608" y="1627632"/>
            <a:ext cx="5650992" cy="16108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9" name="Text 5"/>
          <p:cNvSpPr/>
          <p:nvPr/>
        </p:nvSpPr>
        <p:spPr>
          <a:xfrm>
            <a:off x="438912" y="1700784"/>
            <a:ext cx="5358384" cy="15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organization runs on contracts. Drafts arrive in mixed formats, clause libraries go unused, reviews stall in inboxes, and obligations slip after signature.</a:t>
            </a:r>
            <a:endParaRPr lang="en-US" sz="850" dirty="0"/>
          </a:p>
          <a:p>
            <a:pPr marL="0" indent="0" algn="l">
              <a:spcBef>
                <a:spcPts val="400"/>
              </a:spcBef>
              <a:buNone/>
            </a:pP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Comparing a third-party draft to the enterprise standard is slow and manual, so deviations and missed renewals go unnoticed until they cost money.</a:t>
            </a:r>
            <a:endParaRPr lang="en-US" sz="850" dirty="0"/>
          </a:p>
          <a:p>
            <a:pPr marL="0" indent="0" algn="l">
              <a:spcBef>
                <a:spcPts val="400"/>
              </a:spcBef>
              <a:buNone/>
            </a:pPr>
            <a:r>
              <a:rPr lang="en-US" sz="8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CLM </a:t>
            </a: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puts an orchestrator + grounded specialist agents on top: draft from approved templates, extract and risk-score clauses, route reviews, capture e-signatures, and track obligations — with human sign-off and full tracing.</a:t>
            </a:r>
            <a:endParaRPr lang="en-US" sz="850" dirty="0"/>
          </a:p>
          <a:p>
            <a:pPr marL="0" indent="0" algn="l">
              <a:spcBef>
                <a:spcPts val="400"/>
              </a:spcBef>
              <a:buNone/>
            </a:pPr>
            <a:r>
              <a:rPr lang="en-US" sz="8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Impact: </a:t>
            </a: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~30–50% faster request-to-signature, ~15–30% less outside counsel &amp; rework, and ~2–5% less revenue leakage from missed renewals.</a:t>
            </a:r>
            <a:endParaRPr lang="en-US" sz="850" dirty="0"/>
          </a:p>
          <a:p>
            <a:pPr marL="0" indent="0" algn="l">
              <a:spcBef>
                <a:spcPts val="400"/>
              </a:spcBef>
              <a:buNone/>
            </a:pPr>
            <a:r>
              <a:rPr lang="en-US" sz="8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Cross-industry: </a:t>
            </a: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sector runs on contracts, so the same pattern serves legal, procurement and sales in any business — attendees leave with a reusable template.</a:t>
            </a:r>
            <a:endParaRPr lang="en-US" sz="850" dirty="0"/>
          </a:p>
        </p:txBody>
      </p:sp>
      <p:pic>
        <p:nvPicPr>
          <p:cNvPr id="10" name="Image 2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3328960"/>
            <a:ext cx="5650992" cy="32918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20624" y="33289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to be built in the Hack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292608" y="3676432"/>
            <a:ext cx="5650992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3" name="Text 8"/>
          <p:cNvSpPr/>
          <p:nvPr/>
        </p:nvSpPr>
        <p:spPr>
          <a:xfrm>
            <a:off x="438912" y="3676432"/>
            <a:ext cx="5358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i="1" dirty="0">
                <a:solidFill>
                  <a:srgbClr val="4458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GPT Orchestrator coordinating 3 grounded specialist agents.</a:t>
            </a:r>
            <a:endParaRPr lang="en-US" sz="880" dirty="0"/>
          </a:p>
        </p:txBody>
      </p:sp>
      <p:sp>
        <p:nvSpPr>
          <p:cNvPr id="14" name="Shape 9"/>
          <p:cNvSpPr/>
          <p:nvPr/>
        </p:nvSpPr>
        <p:spPr>
          <a:xfrm>
            <a:off x="292608" y="4042192"/>
            <a:ext cx="5650992" cy="2724912"/>
          </a:xfrm>
          <a:prstGeom prst="roundRect">
            <a:avLst>
              <a:gd name="adj" fmla="val 2349"/>
            </a:avLst>
          </a:prstGeom>
          <a:solidFill>
            <a:srgbClr val="0E2440"/>
          </a:solidFill>
          <a:ln w="12700">
            <a:solidFill>
              <a:srgbClr val="0E2440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5" name="Shape 10"/>
          <p:cNvSpPr/>
          <p:nvPr/>
        </p:nvSpPr>
        <p:spPr>
          <a:xfrm>
            <a:off x="438912" y="4170208"/>
            <a:ext cx="5358384" cy="310896"/>
          </a:xfrm>
          <a:prstGeom prst="roundRect">
            <a:avLst>
              <a:gd name="adj" fmla="val 11765"/>
            </a:avLst>
          </a:prstGeom>
          <a:solidFill>
            <a:srgbClr val="543A8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6" name="Text 11"/>
          <p:cNvSpPr/>
          <p:nvPr/>
        </p:nvSpPr>
        <p:spPr>
          <a:xfrm>
            <a:off x="438912" y="4170208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 AGENT</a:t>
            </a:r>
            <a:r>
              <a:rPr lang="en-US" sz="1000" dirty="0">
                <a:solidFill>
                  <a:srgbClr val="C9B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·    GPT-5.4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12893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8" name="Shape 13"/>
          <p:cNvSpPr/>
          <p:nvPr/>
        </p:nvSpPr>
        <p:spPr>
          <a:xfrm>
            <a:off x="4389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9" name="Text 14"/>
          <p:cNvSpPr/>
          <p:nvPr/>
        </p:nvSpPr>
        <p:spPr>
          <a:xfrm>
            <a:off x="4754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Intake &amp; Drafting</a:t>
            </a:r>
            <a:endParaRPr lang="en-US" sz="9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drafts from templates</a:t>
            </a:r>
            <a:endParaRPr lang="en-US" sz="9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Opus 4.8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31181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1" name="Shape 16"/>
          <p:cNvSpPr/>
          <p:nvPr/>
        </p:nvSpPr>
        <p:spPr>
          <a:xfrm>
            <a:off x="22677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2" name="Text 17"/>
          <p:cNvSpPr/>
          <p:nvPr/>
        </p:nvSpPr>
        <p:spPr>
          <a:xfrm>
            <a:off x="23042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Clause &amp; Risk</a:t>
            </a:r>
            <a:endParaRPr lang="en-US" sz="9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· compare · score</a:t>
            </a:r>
            <a:endParaRPr lang="en-US" sz="9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GPT-5.6 Sol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9469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4" name="Shape 19"/>
          <p:cNvSpPr/>
          <p:nvPr/>
        </p:nvSpPr>
        <p:spPr>
          <a:xfrm>
            <a:off x="40965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5" name="Text 20"/>
          <p:cNvSpPr/>
          <p:nvPr/>
        </p:nvSpPr>
        <p:spPr>
          <a:xfrm>
            <a:off x="41330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Obligation &amp; Renewal</a:t>
            </a:r>
            <a:endParaRPr lang="en-US" sz="9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Teams alerts</a:t>
            </a:r>
            <a:endParaRPr lang="en-US" sz="9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GPT-5-mini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38912" y="5669824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7" name="Text 22"/>
          <p:cNvSpPr/>
          <p:nvPr/>
        </p:nvSpPr>
        <p:spPr>
          <a:xfrm>
            <a:off x="438912" y="5669824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 ·  Azure AI Search  ·  Azure SQL  ·  Bing web search  ·  MCP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438912" y="5999008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9" name="Text 24"/>
          <p:cNvSpPr/>
          <p:nvPr/>
        </p:nvSpPr>
        <p:spPr>
          <a:xfrm>
            <a:off x="438912" y="5999008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Insights  ·  Tracing  ·  Evaluations  ·  Content Safety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38912" y="632819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9FE7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  Published to Microsoft 365 Copilot &amp; Teams  (+ proactive alerts)</a:t>
            </a:r>
            <a:endParaRPr lang="en-US" sz="850" dirty="0"/>
          </a:p>
        </p:txBody>
      </p:sp>
      <p:pic>
        <p:nvPicPr>
          <p:cNvPr id="31" name="Image 3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822960"/>
            <a:ext cx="5742432" cy="3657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272784" y="822960"/>
            <a:ext cx="3158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2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2160394"/>
              </p:ext>
            </p:extLst>
          </p:nvPr>
        </p:nvGraphicFramePr>
        <p:xfrm>
          <a:off x="6144768" y="1225296"/>
          <a:ext cx="5742432" cy="139903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0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09:00 – 10:00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Tech Talk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10:00 – 12:30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(2h30) — Challenges 1, 2, 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12:30 – 13:30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Lunch break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13:30 – 15:30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(2h) — Challenges 4, 5, 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15:30 – 16:00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Final discussion / Wrap up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34" name="Image 4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2706624"/>
            <a:ext cx="5742432" cy="32918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272784" y="2706624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Talk</a:t>
            </a:r>
            <a:endParaRPr lang="en-US" sz="1250" dirty="0"/>
          </a:p>
        </p:txBody>
      </p:sp>
      <p:sp>
        <p:nvSpPr>
          <p:cNvPr id="36" name="Text 28"/>
          <p:cNvSpPr/>
          <p:nvPr/>
        </p:nvSpPr>
        <p:spPr>
          <a:xfrm>
            <a:off x="8154619" y="2706624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Cross-industry deck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6144768" y="3054096"/>
            <a:ext cx="5742432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38" name="Text 30"/>
          <p:cNvSpPr/>
          <p:nvPr/>
        </p:nvSpPr>
        <p:spPr>
          <a:xfrm>
            <a:off x="6291072" y="3108960"/>
            <a:ext cx="5449824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short Tech Talk sets the stage on Agentic AI for contracts, in three beats:</a:t>
            </a:r>
            <a:endParaRPr lang="en-US" sz="820" dirty="0"/>
          </a:p>
          <a:p>
            <a:pPr marL="0" indent="0" algn="l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Transformation &amp; impact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moving from copilots to autonomous, reasoning agents — value in speed, risk and compliance, on Azure AI Foundry.</a:t>
            </a:r>
            <a:endParaRPr lang="en-US" sz="820" dirty="0"/>
          </a:p>
          <a:p>
            <a:pPr marL="0" indent="0" algn="l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&amp; services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multi-model, multi-agent pattern (orchestrator + grounded specialists) and the exact services used — Foundry IQ / Web IQ grounding and citations — familiar before you start.</a:t>
            </a:r>
            <a:endParaRPr lang="en-US" sz="820" dirty="0"/>
          </a:p>
          <a:p>
            <a:pPr marL="0" indent="0" algn="l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→ Deploy → Operate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agents, run the GenAIOps loop (tracing, evaluation, safety), and publish to Microsoft 365 Copilot &amp; Teams — capped with a live demo.</a:t>
            </a:r>
            <a:endParaRPr lang="en-US" sz="820" dirty="0"/>
          </a:p>
        </p:txBody>
      </p:sp>
      <p:pic>
        <p:nvPicPr>
          <p:cNvPr id="39" name="Image 5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096512"/>
            <a:ext cx="5742432" cy="329184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6272784" y="4096512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250" dirty="0"/>
          </a:p>
        </p:txBody>
      </p:sp>
      <p:sp>
        <p:nvSpPr>
          <p:cNvPr id="41" name="Text 32"/>
          <p:cNvSpPr/>
          <p:nvPr/>
        </p:nvSpPr>
        <p:spPr>
          <a:xfrm>
            <a:off x="8154619" y="409651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Repo </a:t>
            </a:r>
            <a:r>
              <a:rPr lang="en-US" sz="850" b="1" u="sng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Train the Trainer video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graphicFrame>
        <p:nvGraphicFramePr>
          <p:cNvPr id="4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4443984"/>
          <a:ext cx="5742432" cy="1600200"/>
        </p:xfrm>
        <a:graphic>
          <a:graphicData uri="http://schemas.openxmlformats.org/drawingml/2006/table">
            <a:tbl>
              <a:tblPr/>
              <a:tblGrid>
                <a:gridCol w="4919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Challenge Description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Duration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  Resource Deployment · Codespaces · .env · Corpus seeding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  Intake &amp; Drafting Agent + Foundry IQ + Tools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  Observability, Tracing &amp; Evaluation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  Clause &amp; Risk Agent + Orchestrator + MCP Server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  Publish to M365 Copilot &amp; Teams + Proactive Alerts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  Safety, Red-Teaming &amp; Continuous Eval   </a:t>
                      </a:r>
                      <a:r>
                        <a:rPr lang="en-US" sz="900" b="1" dirty="0">
                          <a:solidFill>
                            <a:srgbClr val="1F6FB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Bonus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i="1" dirty="0">
                          <a:solidFill>
                            <a:srgbClr val="6B7A8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3" name="Image 6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6199632"/>
            <a:ext cx="5742432" cy="329184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6272784" y="6199632"/>
            <a:ext cx="49384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 Learning Material for Trainers or Participants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8154619" y="619963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511</Words>
  <Application>Microsoft Office PowerPoint</Application>
  <PresentationFormat>Widescreen</PresentationFormat>
  <Paragraphs>62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Segoe UI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Hacks | Contract Lifecycle Management</dc:title>
  <dc:subject>PptxGenJS Presentation</dc:subject>
  <dc:creator>Microhack</dc:creator>
  <cp:lastModifiedBy>Glejdis Shkembi</cp:lastModifiedBy>
  <cp:revision>2</cp:revision>
  <dcterms:created xsi:type="dcterms:W3CDTF">2026-07-19T20:00:20Z</dcterms:created>
  <dcterms:modified xsi:type="dcterms:W3CDTF">2026-07-29T17:06:13Z</dcterms:modified>
</cp:coreProperties>
</file>