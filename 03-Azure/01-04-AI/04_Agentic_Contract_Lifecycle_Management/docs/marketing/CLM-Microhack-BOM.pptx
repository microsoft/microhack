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hyperlink" Target="https://github.com/glejdis/microhack-aiagents" TargetMode="Externa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pPr algn="l" indent="0" marL="0">
              <a:buNone/>
            </a:pP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|  </a:t>
            </a:r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Reg Page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Invitation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Marketing BOM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6108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organization runs on contracts. Drafts arrive in mixed formats, clause libraries go unused, reviews stall in inboxes, and obligations slip after signature.</a:t>
            </a:r>
            <a:endParaRPr lang="en-US" sz="85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Comparing a third-party draft to the enterprise standard is slow and manual, so deviations and missed renewals go unnoticed until they cost money.</a:t>
            </a:r>
            <a:endParaRPr lang="en-US" sz="85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Agentic CLM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route reviews, capture e-signatures, and track obligations — with human sign-off and full tracing.</a:t>
            </a:r>
            <a:endParaRPr lang="en-US" sz="85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Impact: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~30–50% faster request-to-signature, ~15–30% less outside counsel &amp; rework, and ~2–5% less revenue leakage from missed renewals.</a:t>
            </a:r>
            <a:endParaRPr lang="en-US" sz="85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Cross-industry: </a:t>
            </a:r>
            <a:r>
              <a:rPr lang="en-US" sz="8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sector runs on contracts, so the same pattern serves legal, procurement and sales in any business — attendees leave with a reusable template.</a:t>
            </a:r>
            <a:endParaRPr lang="en-US" sz="85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32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32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67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438912" y="367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04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8912" y="417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</p:sp>
      <p:sp>
        <p:nvSpPr>
          <p:cNvPr id="16" name="Text 11"/>
          <p:cNvSpPr/>
          <p:nvPr/>
        </p:nvSpPr>
        <p:spPr>
          <a:xfrm>
            <a:off x="438912" y="417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pPr algn="ctr" indent="0" marL="0">
              <a:buNone/>
            </a:pP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89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19" name="Text 14"/>
          <p:cNvSpPr/>
          <p:nvPr/>
        </p:nvSpPr>
        <p:spPr>
          <a:xfrm>
            <a:off x="4754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677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2" name="Text 17"/>
          <p:cNvSpPr/>
          <p:nvPr/>
        </p:nvSpPr>
        <p:spPr>
          <a:xfrm>
            <a:off x="23042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0965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5" name="Text 20"/>
          <p:cNvSpPr/>
          <p:nvPr/>
        </p:nvSpPr>
        <p:spPr>
          <a:xfrm>
            <a:off x="41330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66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7" name="Text 22"/>
          <p:cNvSpPr/>
          <p:nvPr/>
        </p:nvSpPr>
        <p:spPr>
          <a:xfrm>
            <a:off x="438912" y="566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99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9" name="Text 24"/>
          <p:cNvSpPr/>
          <p:nvPr/>
        </p:nvSpPr>
        <p:spPr>
          <a:xfrm>
            <a:off x="438912" y="599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32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70832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Cross-industry deck </a:t>
            </a: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Tech Talk sets the stage on Agentic AI for contracts, in three beats:</a:t>
            </a:r>
            <a:endParaRPr lang="en-US" sz="820" dirty="0"/>
          </a:p>
          <a:p>
            <a:pPr algn="l" indent="0" marL="0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Transformation &amp; impact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from copilots to autonomous, reasoning agents — value in speed, risk and compliance, on Azure AI Foundry.</a:t>
            </a:r>
            <a:endParaRPr lang="en-US" sz="820" dirty="0"/>
          </a:p>
          <a:p>
            <a:pPr algn="l" indent="0" marL="0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services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multi-model, multi-agent pattern (orchestrator + grounded specialists) and the exact services used — Foundry IQ / Web IQ grounding and citations — familiar before you start.</a:t>
            </a:r>
            <a:endParaRPr lang="en-US" sz="820" dirty="0"/>
          </a:p>
          <a:p>
            <a:pPr algn="l" indent="0" marL="0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→ Deploy → Operate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agents, run the GenAIOps loop (tracing, evaluation, safety), and publish via MCP to Microsoft 365 Copilot &amp; Teams — capped with a live demo.</a:t>
            </a:r>
            <a:endParaRPr lang="en-US" sz="82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GitHub Repo </a:t>
            </a:r>
            <a:pPr algn="r" indent="0" marL="0">
              <a:buNone/>
            </a:pP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Train the Trainer video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914400"/>
        </p:xfrm>
        <a:graphic>
          <a:graphicData uri="http://schemas.openxmlformats.org/drawingml/2006/table">
            <a:tbl>
              <a:tblPr/>
              <a:tblGrid>
                <a:gridCol w="4919472"/>
                <a:gridCol w="82296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 xml:space="preserve">5   Safety, Red-Teaming &amp; Continuous Eval  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Microhack</cp:lastModifiedBy>
  <cp:revision>1</cp:revision>
  <dcterms:created xsi:type="dcterms:W3CDTF">2026-07-19T20:00:20Z</dcterms:created>
  <dcterms:modified xsi:type="dcterms:W3CDTF">2026-07-19T20:00:20Z</dcterms:modified>
</cp:coreProperties>
</file>